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FINISH: drop headshots into decks/photos/ss.png, rg.png, ap.png and rerun python3 html_deck.py. Add one real credential per founder line. Titles: Srikanth CEO, Revanth CTO, Aarush Eng.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