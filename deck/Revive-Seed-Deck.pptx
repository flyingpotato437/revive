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Revive keeps long-running, durable agent workflows alive when an OAuth credential fails mid-run. We bind the failure to the run it interrupted, get the account reauthorized, and resume the exact action safely.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failure on screen. The nuance that matters: it isn't just that the run dies, it's that naive recovery (retry / blind replay) is unsafe. That's the hard part.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insight. Two mature categories bracket the problem and the contract between them is unowned. Revive is that contract.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six steps left to right. Hammer 'no magic token injection' — recovery is a sequence of durable, restart-safe transitions, not a process holding a token in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invariants are the moat. They're distributed-systems guarantees (correlation, durability, fencing, exactly-once) that are hard to retrofit and easy to get subtly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demo slide. Run the recovery lab live: kill a credential, watch the durable run survive a worker restart and resume exactly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Neutral position: not locked to one vault or one runtime. The adapter surface is how we stay the layer everyone calls into.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shifts converged: runs got long enough to outlive grants, durable execution made resume normal, and out-of-band reauthorization gave us a secure handoff. The problem is new and now acute.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framings at once: what we are NOT (kills the obvious objections), and the funded adjacency (the thesis is hot, the exact seam is unclaimed).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kills 'feature, not a company' without overpromising. The recovery wedge is real and shipped; reliability/cost/policy is the earned platform, not a second product promise on day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ask and the 18-month shape. One-liner to leave them with: credential failures shouldn't kill durable workflows.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868680"/>
            <a:ext cx="3657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Revive</a:t>
            </a:r>
            <a:pPr algn="l" indent="0" marL="0">
              <a:buNone/>
            </a:pPr>
            <a:r>
              <a:rPr lang="en-US" sz="3000" b="1" spc="-50" kern="0" dirty="0">
                <a:solidFill>
                  <a:srgbClr val="496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77240" y="2148840"/>
            <a:ext cx="10058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 failures shouldn't kill durable workflows.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77240" y="4572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recovery control plane for durable agents.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6080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Seed  ·  2026  ·  founders@revive.dev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C2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100" b="1" spc="-70" kern="0" dirty="0">
                <a:solidFill>
                  <a:srgbClr val="151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credential dies mid-run, and the workflow can't recover itself.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77240" y="224028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D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refresh grant gets rejected or revoked partway through a multi-step run. Retrying replays the same dead grant. Blind replay can fire a side effect twice. The run is lost, or worse, duplicated.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3246120"/>
            <a:ext cx="3361944" cy="2331720"/>
          </a:xfrm>
          <a:prstGeom prst="roundRect">
            <a:avLst>
              <a:gd name="adj" fmla="val 4314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sx="100000" sy="100000" kx="0" ky="0" algn="bl" rotWithShape="0" blurRad="152400" dist="63500" dir="5400000">
              <a:srgbClr val="1B2A4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69848" y="3520440"/>
            <a:ext cx="2813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24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</a:t>
            </a:r>
            <a:pPr indent="0" marL="0">
              <a:buNone/>
            </a:pPr>
            <a:r>
              <a:rPr lang="en-US" sz="1100" dirty="0">
                <a:solidFill>
                  <a:srgbClr val="5D6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 / codex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69848" y="3858768"/>
            <a:ext cx="2813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1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#14144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69848" y="4434840"/>
            <a:ext cx="27950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D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re-authenticating, the same session still fails with invalid_grant.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13504" y="3246120"/>
            <a:ext cx="3361944" cy="2331720"/>
          </a:xfrm>
          <a:prstGeom prst="roundRect">
            <a:avLst>
              <a:gd name="adj" fmla="val 4314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sx="100000" sy="100000" kx="0" ky="0" algn="bl" rotWithShape="0" blurRad="152400" dist="63500" dir="5400000">
              <a:srgbClr val="1B2A4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6112" y="3520440"/>
            <a:ext cx="2813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24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</a:t>
            </a:r>
            <a:pPr indent="0" marL="0">
              <a:buNone/>
            </a:pPr>
            <a:r>
              <a:rPr lang="en-US" sz="1100" dirty="0">
                <a:solidFill>
                  <a:srgbClr val="5D6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anthropics / claude-code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6112" y="3858768"/>
            <a:ext cx="2813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1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#12447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06112" y="4434840"/>
            <a:ext cx="27950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D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grant expires during long tasks; the run halts until a restart.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9768" y="3246120"/>
            <a:ext cx="3361944" cy="2331720"/>
          </a:xfrm>
          <a:prstGeom prst="roundRect">
            <a:avLst>
              <a:gd name="adj" fmla="val 4314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sx="100000" sy="100000" kx="0" ky="0" algn="bl" rotWithShape="0" blurRad="152400" dist="63500" dir="5400000">
              <a:srgbClr val="1B2A4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42376" y="3520440"/>
            <a:ext cx="2813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24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</a:t>
            </a:r>
            <a:pPr indent="0" marL="0">
              <a:buNone/>
            </a:pPr>
            <a:r>
              <a:rPr lang="en-US" sz="1100" dirty="0">
                <a:solidFill>
                  <a:srgbClr val="5D6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/ copilot-cli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42376" y="3858768"/>
            <a:ext cx="2813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1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#2779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42376" y="4434840"/>
            <a:ext cx="27950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D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expire mid-job and the agent stalls.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4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Real, open reports across every major agent runtime.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496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IT'S UNSOLVED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spc="-70" kern="0" dirty="0">
                <a:solidFill>
                  <a:srgbClr val="151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missing contract between identity and execution.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D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 systems know a grant broke. Durable runtimes know how to pause a run. Neither owns the correlation, recovery, identity handoff, and safe replay between them.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77240" y="2788920"/>
            <a:ext cx="3361944" cy="3200400"/>
          </a:xfrm>
          <a:prstGeom prst="roundRect">
            <a:avLst>
              <a:gd name="adj" fmla="val 3143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9848" y="3063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496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 SYSTEMS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69848" y="3383280"/>
            <a:ext cx="2813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spc="-30" kern="0" dirty="0">
                <a:solidFill>
                  <a:srgbClr val="151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connection failure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088136" y="4306824"/>
            <a:ext cx="73152" cy="73152"/>
          </a:xfrm>
          <a:prstGeom prst="ellipse">
            <a:avLst/>
          </a:prstGeom>
          <a:solidFill>
            <a:srgbClr val="8A94A3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4251960"/>
            <a:ext cx="258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 rejected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88136" y="4764024"/>
            <a:ext cx="73152" cy="73152"/>
          </a:xfrm>
          <a:prstGeom prst="ellipse">
            <a:avLst/>
          </a:prstGeom>
          <a:solidFill>
            <a:srgbClr val="8A94A3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4709160"/>
            <a:ext cx="258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 revoked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88136" y="5221224"/>
            <a:ext cx="73152" cy="73152"/>
          </a:xfrm>
          <a:prstGeom prst="ellipse">
            <a:avLst/>
          </a:prstGeom>
          <a:solidFill>
            <a:srgbClr val="8A94A3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5166360"/>
            <a:ext cx="258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Step-up required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13504" y="2788920"/>
            <a:ext cx="3361944" cy="3200400"/>
          </a:xfrm>
          <a:prstGeom prst="roundRect">
            <a:avLst>
              <a:gd name="adj" fmla="val 3143"/>
            </a:avLst>
          </a:prstGeom>
          <a:solidFill>
            <a:srgbClr val="151B26"/>
          </a:solidFill>
          <a:ln w="19050">
            <a:solidFill>
              <a:srgbClr val="4967F2"/>
            </a:solidFill>
            <a:prstDash val="solid"/>
          </a:ln>
          <a:effectLst>
            <a:outerShdw sx="100000" sy="100000" kx="0" ky="0" algn="bl" rotWithShape="0" blurRad="152400" dist="63500" dir="5400000">
              <a:srgbClr val="1B2A4A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6112" y="3063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9EA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REVIVE · CONTROL PLANE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06112" y="3383280"/>
            <a:ext cx="2813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spc="-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 the logical run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724400" y="4306824"/>
            <a:ext cx="73152" cy="73152"/>
          </a:xfrm>
          <a:prstGeom prst="ellipse">
            <a:avLst/>
          </a:prstGeom>
          <a:solidFill>
            <a:srgbClr val="9EACFF"/>
          </a:solidFill>
          <a:ln/>
        </p:spPr>
      </p:sp>
      <p:sp>
        <p:nvSpPr>
          <p:cNvPr id="18" name="Text 16"/>
          <p:cNvSpPr/>
          <p:nvPr/>
        </p:nvSpPr>
        <p:spPr>
          <a:xfrm>
            <a:off x="4916424" y="4251960"/>
            <a:ext cx="258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 credential → run → action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24400" y="4764024"/>
            <a:ext cx="73152" cy="73152"/>
          </a:xfrm>
          <a:prstGeom prst="ellipse">
            <a:avLst/>
          </a:prstGeom>
          <a:solidFill>
            <a:srgbClr val="9EACFF"/>
          </a:solidFill>
          <a:ln/>
        </p:spPr>
      </p:sp>
      <p:sp>
        <p:nvSpPr>
          <p:cNvPr id="20" name="Text 18"/>
          <p:cNvSpPr/>
          <p:nvPr/>
        </p:nvSpPr>
        <p:spPr>
          <a:xfrm>
            <a:off x="4916424" y="4709160"/>
            <a:ext cx="258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reauthorization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24400" y="5221224"/>
            <a:ext cx="73152" cy="73152"/>
          </a:xfrm>
          <a:prstGeom prst="ellipse">
            <a:avLst/>
          </a:prstGeom>
          <a:solidFill>
            <a:srgbClr val="9EACFF"/>
          </a:solidFill>
          <a:ln/>
        </p:spPr>
      </p:sp>
      <p:sp>
        <p:nvSpPr>
          <p:cNvPr id="22" name="Text 20"/>
          <p:cNvSpPr/>
          <p:nvPr/>
        </p:nvSpPr>
        <p:spPr>
          <a:xfrm>
            <a:off x="4916424" y="5166360"/>
            <a:ext cx="258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Rotate lease generation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24400" y="5678424"/>
            <a:ext cx="73152" cy="73152"/>
          </a:xfrm>
          <a:prstGeom prst="ellipse">
            <a:avLst/>
          </a:prstGeom>
          <a:solidFill>
            <a:srgbClr val="9EACFF"/>
          </a:solidFill>
          <a:ln/>
        </p:spPr>
      </p:sp>
      <p:sp>
        <p:nvSpPr>
          <p:cNvPr id="24" name="Text 22"/>
          <p:cNvSpPr/>
          <p:nvPr/>
        </p:nvSpPr>
        <p:spPr>
          <a:xfrm>
            <a:off x="4916424" y="5623560"/>
            <a:ext cx="258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 with idempotency guard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49768" y="2788920"/>
            <a:ext cx="3361944" cy="3200400"/>
          </a:xfrm>
          <a:prstGeom prst="roundRect">
            <a:avLst>
              <a:gd name="adj" fmla="val 3143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42376" y="3063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496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DURABLE RUNTIMES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342376" y="3383280"/>
            <a:ext cx="2813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spc="-30" kern="0" dirty="0">
                <a:solidFill>
                  <a:srgbClr val="151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 and resume execution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8360664" y="4306824"/>
            <a:ext cx="73152" cy="73152"/>
          </a:xfrm>
          <a:prstGeom prst="ellipse">
            <a:avLst/>
          </a:prstGeom>
          <a:solidFill>
            <a:srgbClr val="8A94A3"/>
          </a:solidFill>
          <a:ln/>
        </p:spPr>
      </p:sp>
      <p:sp>
        <p:nvSpPr>
          <p:cNvPr id="29" name="Text 27"/>
          <p:cNvSpPr/>
          <p:nvPr/>
        </p:nvSpPr>
        <p:spPr>
          <a:xfrm>
            <a:off x="8552688" y="4251960"/>
            <a:ext cx="258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state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360664" y="4764024"/>
            <a:ext cx="73152" cy="73152"/>
          </a:xfrm>
          <a:prstGeom prst="ellipse">
            <a:avLst/>
          </a:prstGeom>
          <a:solidFill>
            <a:srgbClr val="8A94A3"/>
          </a:solidFill>
          <a:ln/>
        </p:spPr>
      </p:sp>
      <p:sp>
        <p:nvSpPr>
          <p:cNvPr id="31" name="Text 29"/>
          <p:cNvSpPr/>
          <p:nvPr/>
        </p:nvSpPr>
        <p:spPr>
          <a:xfrm>
            <a:off x="8552688" y="4709160"/>
            <a:ext cx="258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for event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360664" y="5221224"/>
            <a:ext cx="73152" cy="73152"/>
          </a:xfrm>
          <a:prstGeom prst="ellipse">
            <a:avLst/>
          </a:prstGeom>
          <a:solidFill>
            <a:srgbClr val="8A94A3"/>
          </a:solidFill>
          <a:ln/>
        </p:spPr>
      </p:sp>
      <p:sp>
        <p:nvSpPr>
          <p:cNvPr id="33" name="Text 31"/>
          <p:cNvSpPr/>
          <p:nvPr/>
        </p:nvSpPr>
        <p:spPr>
          <a:xfrm>
            <a:off x="8552688" y="5166360"/>
            <a:ext cx="258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retry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496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spc="-70" kern="0" dirty="0">
                <a:solidFill>
                  <a:srgbClr val="151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explicit state transitions. No magic token injection.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D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worker can restart between every stage. The unit of continuity is the logical run and its checkpoint, not a process in memory.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556766" y="3374136"/>
            <a:ext cx="9075420" cy="0"/>
          </a:xfrm>
          <a:prstGeom prst="line">
            <a:avLst/>
          </a:prstGeom>
          <a:noFill/>
          <a:ln w="19050">
            <a:solidFill>
              <a:srgbClr val="E2E7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2446" y="306324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241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2446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4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16504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51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4270248"/>
            <a:ext cx="16504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D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 the provider signal.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097530" y="306324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967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9753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96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546604" y="3840480"/>
            <a:ext cx="16504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51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546604" y="4270248"/>
            <a:ext cx="16504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D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Correlate lease, run and action.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12614" y="306324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967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2614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96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361688" y="3840480"/>
            <a:ext cx="16504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51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361688" y="4270248"/>
            <a:ext cx="16504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D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 the exact execution point.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727698" y="306324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967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7698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96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176772" y="3840480"/>
            <a:ext cx="16504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51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Reauthorize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176772" y="4270248"/>
            <a:ext cx="16504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D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the correct account securely.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542782" y="306324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967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42782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96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991856" y="3840480"/>
            <a:ext cx="16504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51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991856" y="4270248"/>
            <a:ext cx="16504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D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Fence stale credential generations.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0357866" y="306324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480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357866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8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806940" y="3840480"/>
            <a:ext cx="16504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51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 once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806940" y="4270248"/>
            <a:ext cx="16504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D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Reconcile before side effects repeat.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496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IT'S HARD TO COPY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spc="-70" kern="0" dirty="0">
                <a:solidFill>
                  <a:srgbClr val="151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comes from invariants, not feature count.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77240" y="2011680"/>
            <a:ext cx="5134356" cy="1755648"/>
          </a:xfrm>
          <a:prstGeom prst="roundRect">
            <a:avLst>
              <a:gd name="adj" fmla="val 5729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sx="100000" sy="100000" kx="0" ky="0" algn="bl" rotWithShape="0" blurRad="152400" dist="63500" dir="5400000">
              <a:srgbClr val="1B2A4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06424" y="23225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82796" y="234086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20" kern="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6424" y="2724912"/>
            <a:ext cx="4494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-30" kern="0" dirty="0">
                <a:solidFill>
                  <a:srgbClr val="151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Run–credential binding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06424" y="3127248"/>
            <a:ext cx="44759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D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a credential lease to every active run and the exact action it interrupted.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77356" y="2011680"/>
            <a:ext cx="5134356" cy="1755648"/>
          </a:xfrm>
          <a:prstGeom prst="roundRect">
            <a:avLst>
              <a:gd name="adj" fmla="val 5729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sx="100000" sy="100000" kx="0" ky="0" algn="bl" rotWithShape="0" blurRad="152400" dist="63500" dir="5400000">
              <a:srgbClr val="1B2A4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06540" y="23225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582912" y="234086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20" kern="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CONTINUITY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606540" y="2724912"/>
            <a:ext cx="4494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-30" kern="0" dirty="0">
                <a:solidFill>
                  <a:srgbClr val="151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Durable recovery case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06540" y="3127248"/>
            <a:ext cx="44759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D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 the checkpoint and recovery state so the original worker can disappear safely.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4059936"/>
            <a:ext cx="5134356" cy="1755648"/>
          </a:xfrm>
          <a:prstGeom prst="roundRect">
            <a:avLst>
              <a:gd name="adj" fmla="val 5729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sx="100000" sy="100000" kx="0" ky="0" algn="bl" rotWithShape="0" blurRad="152400" dist="63500" dir="5400000">
              <a:srgbClr val="1B2A4A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106424" y="43708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82796" y="438912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20" kern="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06424" y="4773168"/>
            <a:ext cx="4494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-30" kern="0" dirty="0">
                <a:solidFill>
                  <a:srgbClr val="151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Fenced credential rotation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06424" y="5175504"/>
            <a:ext cx="44759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D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 the lease generation so stale workers cannot reuse invalid credentials.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77356" y="4059936"/>
            <a:ext cx="5134356" cy="1755648"/>
          </a:xfrm>
          <a:prstGeom prst="roundRect">
            <a:avLst>
              <a:gd name="adj" fmla="val 5729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sx="100000" sy="100000" kx="0" ky="0" algn="bl" rotWithShape="0" blurRad="152400" dist="63500" dir="5400000">
              <a:srgbClr val="1B2A4A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06540" y="43708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582912" y="438912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20" kern="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606540" y="4773168"/>
            <a:ext cx="4494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-30" kern="0" dirty="0">
                <a:solidFill>
                  <a:srgbClr val="151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Idempotent replay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606540" y="5175504"/>
            <a:ext cx="44759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D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 with the original action key and stop when the upstream result is ambiguous.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9EA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-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runs on a real durable agent.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AAB4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LangGraph agent loses its Microsoft grant mid-run. Revive checkpoints, fences the credential generation, reauthorizes, and resumes the exact action, exactly once.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3200400"/>
            <a:ext cx="24528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spc="-100" kern="0" dirty="0">
                <a:solidFill>
                  <a:srgbClr val="9EA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8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77240" y="4160520"/>
            <a:ext cx="24528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 recovered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504438" y="3200400"/>
            <a:ext cx="24528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3504438" y="4160520"/>
            <a:ext cx="24528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worker restarts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31636" y="3200400"/>
            <a:ext cx="24528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exactly once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231636" y="4160520"/>
            <a:ext cx="24528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replay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58834" y="3200400"/>
            <a:ext cx="24528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256-bit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958834" y="4160520"/>
            <a:ext cx="24528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one-time links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5029200"/>
            <a:ext cx="10634472" cy="1051560"/>
          </a:xfrm>
          <a:prstGeom prst="roundRect">
            <a:avLst>
              <a:gd name="adj" fmla="val 9565"/>
            </a:avLst>
          </a:prstGeom>
          <a:solidFill>
            <a:srgbClr val="151B26"/>
          </a:solidFill>
          <a:ln w="12700">
            <a:solidFill>
              <a:srgbClr val="2630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5230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EA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-m examples.langgraph_agent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8A94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recovered the run on the same thread · 0 restarts · replayed once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496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spc="-70" kern="0" dirty="0">
                <a:solidFill>
                  <a:srgbClr val="151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plugs into the stack teams already run.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D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Revive sits between the credential layer and the durable runtime, as a thin adapter on each side.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77240" y="2514600"/>
            <a:ext cx="5042916" cy="1463040"/>
          </a:xfrm>
          <a:prstGeom prst="roundRect">
            <a:avLst>
              <a:gd name="adj" fmla="val 6875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sx="100000" sy="100000" kx="0" ky="0" algn="bl" rotWithShape="0" blurRad="152400" dist="63500" dir="5400000">
              <a:srgbClr val="1B2A4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3081528"/>
            <a:ext cx="109728" cy="109728"/>
          </a:xfrm>
          <a:prstGeom prst="ellipse">
            <a:avLst/>
          </a:prstGeom>
          <a:solidFill>
            <a:srgbClr val="148060"/>
          </a:solidFill>
          <a:ln/>
        </p:spPr>
      </p:sp>
      <p:sp>
        <p:nvSpPr>
          <p:cNvPr id="7" name="Text 5"/>
          <p:cNvSpPr/>
          <p:nvPr/>
        </p:nvSpPr>
        <p:spPr>
          <a:xfrm>
            <a:off x="1435608" y="2880360"/>
            <a:ext cx="32141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-30" kern="0" dirty="0">
                <a:solidFill>
                  <a:srgbClr val="151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35608" y="3337560"/>
            <a:ext cx="37627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native interrupt + checkpoint adapter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57116" y="289864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20" kern="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368796" y="2514600"/>
            <a:ext cx="5042916" cy="1463040"/>
          </a:xfrm>
          <a:prstGeom prst="roundRect">
            <a:avLst>
              <a:gd name="adj" fmla="val 6875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sx="100000" sy="100000" kx="0" ky="0" algn="bl" rotWithShape="0" blurRad="152400" dist="63500" dir="5400000">
              <a:srgbClr val="1B2A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734556" y="3081528"/>
            <a:ext cx="109728" cy="109728"/>
          </a:xfrm>
          <a:prstGeom prst="ellipse">
            <a:avLst/>
          </a:prstGeom>
          <a:solidFill>
            <a:srgbClr val="148060"/>
          </a:solidFill>
          <a:ln/>
        </p:spPr>
      </p:sp>
      <p:sp>
        <p:nvSpPr>
          <p:cNvPr id="12" name="Text 10"/>
          <p:cNvSpPr/>
          <p:nvPr/>
        </p:nvSpPr>
        <p:spPr>
          <a:xfrm>
            <a:off x="7027164" y="2880360"/>
            <a:ext cx="32141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-30" kern="0" dirty="0">
                <a:solidFill>
                  <a:srgbClr val="151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Entra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027164" y="3337560"/>
            <a:ext cx="37627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Authorization Code + PKCE adapter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948672" y="289864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20" kern="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77240" y="4251960"/>
            <a:ext cx="5042916" cy="1463040"/>
          </a:xfrm>
          <a:prstGeom prst="roundRect">
            <a:avLst>
              <a:gd name="adj" fmla="val 6875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sx="100000" sy="100000" kx="0" ky="0" algn="bl" rotWithShape="0" blurRad="152400" dist="63500" dir="5400000">
              <a:srgbClr val="1B2A4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143000" y="4818888"/>
            <a:ext cx="109728" cy="109728"/>
          </a:xfrm>
          <a:prstGeom prst="ellipse">
            <a:avLst/>
          </a:prstGeom>
          <a:solidFill>
            <a:srgbClr val="148060"/>
          </a:solidFill>
          <a:ln/>
        </p:spPr>
      </p:sp>
      <p:sp>
        <p:nvSpPr>
          <p:cNvPr id="17" name="Text 15"/>
          <p:cNvSpPr/>
          <p:nvPr/>
        </p:nvSpPr>
        <p:spPr>
          <a:xfrm>
            <a:off x="1435608" y="4617720"/>
            <a:ext cx="32141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-30" kern="0" dirty="0">
                <a:solidFill>
                  <a:srgbClr val="151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Nango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435608" y="5074920"/>
            <a:ext cx="37627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connect-session and proxy adapter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57116" y="463600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20" kern="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368796" y="4251960"/>
            <a:ext cx="5042916" cy="1463040"/>
          </a:xfrm>
          <a:prstGeom prst="roundRect">
            <a:avLst>
              <a:gd name="adj" fmla="val 6875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sx="100000" sy="100000" kx="0" ky="0" algn="bl" rotWithShape="0" blurRad="152400" dist="63500" dir="5400000">
              <a:srgbClr val="1B2A4A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34556" y="4818888"/>
            <a:ext cx="109728" cy="109728"/>
          </a:xfrm>
          <a:prstGeom prst="ellipse">
            <a:avLst/>
          </a:prstGeom>
          <a:solidFill>
            <a:srgbClr val="148060"/>
          </a:solidFill>
          <a:ln/>
        </p:spPr>
      </p:sp>
      <p:sp>
        <p:nvSpPr>
          <p:cNvPr id="22" name="Text 20"/>
          <p:cNvSpPr/>
          <p:nvPr/>
        </p:nvSpPr>
        <p:spPr>
          <a:xfrm>
            <a:off x="7027164" y="4617720"/>
            <a:ext cx="32141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-30" kern="0" dirty="0">
                <a:solidFill>
                  <a:srgbClr val="151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027164" y="5074920"/>
            <a:ext cx="37627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signal-based resume adapter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948672" y="463600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20" kern="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496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spc="-70" kern="0" dirty="0">
                <a:solidFill>
                  <a:srgbClr val="151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pieces only just lined up.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77240" y="2148840"/>
            <a:ext cx="457200" cy="457200"/>
          </a:xfrm>
          <a:prstGeom prst="ellipse">
            <a:avLst/>
          </a:prstGeom>
          <a:solidFill>
            <a:srgbClr val="EEF1FF"/>
          </a:solidFill>
          <a:ln w="12700">
            <a:solidFill>
              <a:srgbClr val="4967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96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788920"/>
            <a:ext cx="3300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spc="-30" kern="0" dirty="0">
                <a:solidFill>
                  <a:srgbClr val="151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got long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3383280"/>
            <a:ext cx="32095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D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workflows now run for hours or days and outlive the credential grants they started with.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43984" y="2148840"/>
            <a:ext cx="457200" cy="457200"/>
          </a:xfrm>
          <a:prstGeom prst="ellipse">
            <a:avLst/>
          </a:prstGeom>
          <a:solidFill>
            <a:srgbClr val="EEF1FF"/>
          </a:solidFill>
          <a:ln w="12700">
            <a:solidFill>
              <a:srgbClr val="4967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43984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96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43984" y="2788920"/>
            <a:ext cx="3300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spc="-30" kern="0" dirty="0">
                <a:solidFill>
                  <a:srgbClr val="151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Durable execution went mainstream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43984" y="3383280"/>
            <a:ext cx="32095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D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Temporal, Trigger.dev and LangGraph made pause-and-resume normal, so there's finally a run to recover.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10728" y="2148840"/>
            <a:ext cx="457200" cy="457200"/>
          </a:xfrm>
          <a:prstGeom prst="ellipse">
            <a:avLst/>
          </a:prstGeom>
          <a:solidFill>
            <a:srgbClr val="EEF1FF"/>
          </a:solidFill>
          <a:ln w="12700">
            <a:solidFill>
              <a:srgbClr val="4967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10728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96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10728" y="2788920"/>
            <a:ext cx="3300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spc="-30" kern="0" dirty="0">
                <a:solidFill>
                  <a:srgbClr val="151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Reauthorization got a standard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110728" y="3383280"/>
            <a:ext cx="32095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D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Out-of-band re-approval is now a standard flow, which is the secure identity handoff recovery needs.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496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FIT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spc="-70" kern="0" dirty="0">
                <a:solidFill>
                  <a:srgbClr val="151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Adjacent to vaults and runtimes. Not either of them.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77240" y="2011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ARE NOT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" y="24231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C2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</a:t>
            </a:r>
            <a:pPr indent="0" marL="0">
              <a:buNone/>
            </a:pPr>
            <a:r>
              <a:rPr lang="en-US" sz="1600" b="1" spc="-30" kern="0" dirty="0">
                <a:solidFill>
                  <a:srgbClr val="151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token vault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24712" y="280720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D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integrate with Nango and Auth0. We own the run–credential correlation and recovery around them.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35661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C2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</a:t>
            </a:r>
            <a:pPr indent="0" marL="0">
              <a:buNone/>
            </a:pPr>
            <a:r>
              <a:rPr lang="en-US" sz="1600" b="1" spc="-30" kern="0" dirty="0">
                <a:solidFill>
                  <a:srgbClr val="151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workflow retry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24712" y="395020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D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replays a dead grant. We change the credential generation and preserve the action key.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47091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C2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</a:t>
            </a:r>
            <a:pPr indent="0" marL="0">
              <a:buNone/>
            </a:pPr>
            <a:r>
              <a:rPr lang="en-US" sz="1600" b="1" spc="-30" kern="0" dirty="0">
                <a:solidFill>
                  <a:srgbClr val="151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an observability tool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24712" y="509320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D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data can come later. The wedge is recovery, and we won't dilute it.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37960" y="2011680"/>
            <a:ext cx="4892040" cy="3977640"/>
          </a:xfrm>
          <a:prstGeom prst="roundRect">
            <a:avLst>
              <a:gd name="adj" fmla="val 2529"/>
            </a:avLst>
          </a:prstGeom>
          <a:solidFill>
            <a:srgbClr val="F5F7FA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2331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496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CATEGORY AROUND US IS FUNDED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151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Arcade.dev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869680" y="296265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D6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$60M Series A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0" y="3364992"/>
            <a:ext cx="4251960" cy="0"/>
          </a:xfrm>
          <a:prstGeom prst="line">
            <a:avLst/>
          </a:prstGeom>
          <a:noFill/>
          <a:ln w="12700">
            <a:solidFill>
              <a:srgbClr val="E2E7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3474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151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869680" y="35112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D6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$25M Series A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8000" y="3913632"/>
            <a:ext cx="4251960" cy="0"/>
          </a:xfrm>
          <a:prstGeom prst="line">
            <a:avLst/>
          </a:prstGeom>
          <a:noFill/>
          <a:ln w="12700">
            <a:solidFill>
              <a:srgbClr val="E2E7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4023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151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Nango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869680" y="405993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D6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$7.5M (YC)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58000" y="4462272"/>
            <a:ext cx="4251960" cy="0"/>
          </a:xfrm>
          <a:prstGeom prst="line">
            <a:avLst/>
          </a:prstGeom>
          <a:noFill/>
          <a:ln w="12700">
            <a:solidFill>
              <a:srgbClr val="E2E7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4572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151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Scalekit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869680" y="460857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D6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$5.5M seed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858000" y="5010912"/>
            <a:ext cx="4251960" cy="0"/>
          </a:xfrm>
          <a:prstGeom prst="line">
            <a:avLst/>
          </a:prstGeom>
          <a:noFill/>
          <a:ln w="12700">
            <a:solidFill>
              <a:srgbClr val="E2E7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5120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151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Stytch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869680" y="515721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D6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acq. by Twilio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858000" y="54864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D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went to the vaults and the runtimes. The recovery layer between them is open.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9EA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3200" b="1" spc="-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is the wedge. Run reliability is the platform.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2148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AB4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earn the platform only when customers pull us there. Recovery first, expansion later.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77240" y="3063240"/>
            <a:ext cx="10634472" cy="777240"/>
          </a:xfrm>
          <a:prstGeom prst="roundRect">
            <a:avLst>
              <a:gd name="adj" fmla="val 12941"/>
            </a:avLst>
          </a:prstGeom>
          <a:solidFill>
            <a:srgbClr val="151B26"/>
          </a:solidFill>
          <a:ln w="12700">
            <a:solidFill>
              <a:srgbClr val="2630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3101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148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14600" y="328269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 failure recovery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732520" y="33192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implemented foundation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4023360"/>
            <a:ext cx="10634472" cy="777240"/>
          </a:xfrm>
          <a:prstGeom prst="roundRect">
            <a:avLst>
              <a:gd name="adj" fmla="val 12941"/>
            </a:avLst>
          </a:prstGeom>
          <a:solidFill>
            <a:srgbClr val="151B26"/>
          </a:solidFill>
          <a:ln w="12700">
            <a:solidFill>
              <a:srgbClr val="2630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42702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9EA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14600" y="424281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Vault and runtime integration matrix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732520" y="4279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design-partner work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4983480"/>
            <a:ext cx="10634472" cy="777240"/>
          </a:xfrm>
          <a:prstGeom prst="roundRect">
            <a:avLst>
              <a:gd name="adj" fmla="val 12941"/>
            </a:avLst>
          </a:prstGeom>
          <a:solidFill>
            <a:srgbClr val="151B26"/>
          </a:solidFill>
          <a:ln w="12700">
            <a:solidFill>
              <a:srgbClr val="2630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52303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14600" y="520293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health, cost and policy intelligence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732520" y="52395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earned expansion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9EA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0515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we're raising.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77240" y="22860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A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buNone/>
            </a:pPr>
            <a:r>
              <a:rPr lang="en-US" sz="18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infrastructure engineers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292608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A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buNone/>
            </a:pPr>
            <a:r>
              <a:rPr lang="en-US" sz="18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Entra + Nango GA, the Temporal adapter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356616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A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buNone/>
            </a:pPr>
            <a:r>
              <a:rPr lang="en-US" sz="18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Hosted checkpoint + recovery control plane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42062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A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buNone/>
            </a:pPr>
            <a:r>
              <a:rPr lang="en-US" sz="18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design partners running durable agents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5715000"/>
            <a:ext cx="3657600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Revive</a:t>
            </a:r>
            <a:pPr algn="l" indent="0" marL="0">
              <a:buNone/>
            </a:pPr>
            <a:r>
              <a:rPr lang="en-US" sz="2600" b="1" spc="-50" kern="0" dirty="0">
                <a:solidFill>
                  <a:srgbClr val="496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94360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4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founders@revive.dev   ·   github.com/revive-labs/revive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Revive Seed Deck</dc:title>
  <dc:subject>PptxGenJS Presentation</dc:subject>
  <dc:creator>Revive</dc:creator>
  <cp:lastModifiedBy>Revive</cp:lastModifiedBy>
  <cp:revision>1</cp:revision>
  <dcterms:created xsi:type="dcterms:W3CDTF">2026-06-30T23:26:28Z</dcterms:created>
  <dcterms:modified xsi:type="dcterms:W3CDTF">2026-06-30T23:26:28Z</dcterms:modified>
</cp:coreProperties>
</file>