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multi-day agents now outlive their OAuth refresh tokens. When the token dies mid-run the agent silently breaks — and re-auth doesn't fix the live run. We make the run survive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quotes on screen. The point: this isn't theoretical, it's a recurring, documented, unsolved failure across OpenAI, Anthropic, and GitHub's own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core insight. Two well-funded categories bracket the problem; the seam between them is the product. Draw the line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It's one wrapper around your existing agent graph. The four-part splice is the whole product. Mention the core is open-source and zero-dependency.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money slide — run the live demo here. Show the terminal recovering a real LangGraph agent, then the side-by-side web demo. The 0/3 is from an adversarial uniqueness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structural shifts converged in 2025-2026: agents got long, re-consent got a standard, and durable execution went mainstream. The splice is newly buildable but unbuilt.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the Revive column is full on both the trigger (detect dead token) and the splice (resume same run). Everyone else has a gap on one side or the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moat is the corpus + neutrality. The 0/3 is the strongest objective signal of novelty we have. Incumbents are one feature away but can't reach across without breaking their own abstraction.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GTM is unusually cheap: warm, pre-qualified leads sit in public issue threads. The adjacent category is hot — comps prove the thesis; we sit in the white space between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kills 'feature, not a company.' Dead-token recovery is one use of a general human-in-the-loop rendezvous engine. The auth and approval kinds already ship in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ask and the 18-month plan. Restate the one-liner: when the refresh token dies, the run shouldn't.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1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14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6F1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Revive</a:t>
            </a:r>
            <a:pPr algn="l" indent="0" marL="0">
              <a:buNone/>
            </a:pPr>
            <a:r>
              <a:rPr lang="en-US" sz="4000" b="1" dirty="0">
                <a:solidFill>
                  <a:srgbClr val="1F47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85800" y="228600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6F1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agents running</a:t>
            </a:r>
            <a:endParaRPr lang="en-US" sz="5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their token expires.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685800" y="4754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38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recovery for long-running agents.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938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Seed  ·  2026  ·  founders@revive.dev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834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Re-authenticating doesn't fix a running agent.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token expires after 90 days, or the moment a password changes. The agent hits it, keeps retrying with the dead token, and the run is lost. Reported across every agent runtime: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971800"/>
            <a:ext cx="3422904" cy="2651760"/>
          </a:xfrm>
          <a:prstGeom prst="roundRect">
            <a:avLst>
              <a:gd name="adj" fmla="val 2759"/>
            </a:avLst>
          </a:prstGeom>
          <a:solidFill>
            <a:srgbClr val="FCF9F2"/>
          </a:solidFill>
          <a:ln w="12700">
            <a:solidFill>
              <a:srgbClr val="DFD7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324612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34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 </a:t>
            </a:r>
            <a:pPr indent="0" marL="0">
              <a:buNone/>
            </a:pPr>
            <a:r>
              <a:rPr lang="en-US" sz="1100" dirty="0">
                <a:solidFill>
                  <a:srgbClr val="5C53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openai / codex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3611880"/>
            <a:ext cx="2874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#14144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60120" y="4206240"/>
            <a:ext cx="2874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"After a successful re-auth, the same session keeps failing with invalid_grant."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3024" y="2971800"/>
            <a:ext cx="3422904" cy="2651760"/>
          </a:xfrm>
          <a:prstGeom prst="roundRect">
            <a:avLst>
              <a:gd name="adj" fmla="val 2759"/>
            </a:avLst>
          </a:prstGeom>
          <a:solidFill>
            <a:srgbClr val="FCF9F2"/>
          </a:solidFill>
          <a:ln w="12700">
            <a:solidFill>
              <a:srgbClr val="DFD7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57344" y="324612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34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 </a:t>
            </a:r>
            <a:pPr indent="0" marL="0">
              <a:buNone/>
            </a:pPr>
            <a:r>
              <a:rPr lang="en-US" sz="1100" dirty="0">
                <a:solidFill>
                  <a:srgbClr val="5C53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anthropics / claude-code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57344" y="3611880"/>
            <a:ext cx="2874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#12447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57344" y="4206240"/>
            <a:ext cx="2874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"OAuth token expires during long autonomous tasks; the run halts until restart."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80248" y="2971800"/>
            <a:ext cx="3422904" cy="2651760"/>
          </a:xfrm>
          <a:prstGeom prst="roundRect">
            <a:avLst>
              <a:gd name="adj" fmla="val 2759"/>
            </a:avLst>
          </a:prstGeom>
          <a:solidFill>
            <a:srgbClr val="FCF9F2"/>
          </a:solidFill>
          <a:ln w="12700">
            <a:solidFill>
              <a:srgbClr val="DFD7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354568" y="324612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34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 </a:t>
            </a:r>
            <a:pPr indent="0" marL="0">
              <a:buNone/>
            </a:pPr>
            <a:r>
              <a:rPr lang="en-US" sz="1100" dirty="0">
                <a:solidFill>
                  <a:srgbClr val="5C53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/ copilot-cli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54568" y="3611880"/>
            <a:ext cx="2874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#2779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354568" y="4206240"/>
            <a:ext cx="2874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"Tokens expire mid-autopilot (AADSTS9010010); manual reload required."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8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three are still open.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IT'S NOT SOLVED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kinds of tools get close. Neither finishes.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2377440"/>
            <a:ext cx="3422904" cy="2743200"/>
          </a:xfrm>
          <a:prstGeom prst="roundRect">
            <a:avLst>
              <a:gd name="adj" fmla="val 2667"/>
            </a:avLst>
          </a:prstGeom>
          <a:solidFill>
            <a:srgbClr val="EFE7D7"/>
          </a:solidFill>
          <a:ln w="12700">
            <a:solidFill>
              <a:srgbClr val="DFD7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606040"/>
            <a:ext cx="2874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 tools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306324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8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Scalekit · Nango · Arcade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3520440"/>
            <a:ext cx="2874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b="1" dirty="0">
                <a:solidFill>
                  <a:srgbClr val="211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notice the dead token.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416052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they fix the connection and assume you'll run again later.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3024" y="2377440"/>
            <a:ext cx="3422904" cy="2743200"/>
          </a:xfrm>
          <a:prstGeom prst="roundRect">
            <a:avLst>
              <a:gd name="adj" fmla="val 2667"/>
            </a:avLst>
          </a:prstGeom>
          <a:solidFill>
            <a:srgbClr val="FCF9F2"/>
          </a:solidFill>
          <a:ln w="12700">
            <a:solidFill>
              <a:srgbClr val="DFD7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3024" y="2377440"/>
            <a:ext cx="3422904" cy="2743200"/>
          </a:xfrm>
          <a:prstGeom prst="roundRect">
            <a:avLst>
              <a:gd name="adj" fmla="val 2667"/>
            </a:avLst>
          </a:prstGeom>
          <a:solidFill>
            <a:srgbClr val="FCF9F2">
              <a:alpha val="0"/>
            </a:srgbClr>
          </a:solidFill>
          <a:ln w="25400">
            <a:solidFill>
              <a:srgbClr val="1F47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7344" y="2606040"/>
            <a:ext cx="2874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7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Revive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57344" y="306324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8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sidecar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57344" y="3520440"/>
            <a:ext cx="2874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b="1" dirty="0">
                <a:solidFill>
                  <a:srgbClr val="211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Notices, gets re-approval, resumes the live run.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57344" y="416052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piece neither side does.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80248" y="2377440"/>
            <a:ext cx="3422904" cy="2743200"/>
          </a:xfrm>
          <a:prstGeom prst="roundRect">
            <a:avLst>
              <a:gd name="adj" fmla="val 2667"/>
            </a:avLst>
          </a:prstGeom>
          <a:solidFill>
            <a:srgbClr val="EFE7D7"/>
          </a:solidFill>
          <a:ln w="12700">
            <a:solidFill>
              <a:srgbClr val="DFD7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54568" y="2606040"/>
            <a:ext cx="2874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 tools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54568" y="306324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8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Temporal · Inngest · Trigger.dev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354568" y="3520440"/>
            <a:ext cx="2874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b="1" dirty="0">
                <a:solidFill>
                  <a:srgbClr val="211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can pause and resume a run.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54568" y="416052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they can't tell a token died, or ask a human.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3949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tools handle connections. Workflow tools handle run state. The recovery sits between them, so neither one builds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steps when a token dies.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2498598" cy="2468880"/>
          </a:xfrm>
          <a:prstGeom prst="roundRect">
            <a:avLst>
              <a:gd name="adj" fmla="val 2963"/>
            </a:avLst>
          </a:prstGeom>
          <a:solidFill>
            <a:srgbClr val="FCF9F2"/>
          </a:solidFill>
          <a:ln w="12700">
            <a:solidFill>
              <a:srgbClr val="DFD7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41832" y="2194560"/>
            <a:ext cx="548640" cy="548640"/>
          </a:xfrm>
          <a:prstGeom prst="ellipse">
            <a:avLst/>
          </a:prstGeom>
          <a:solidFill>
            <a:srgbClr val="E5E9F8"/>
          </a:solidFill>
          <a:ln w="12700">
            <a:solidFill>
              <a:srgbClr val="1F47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1832" y="2880360"/>
            <a:ext cx="20413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41832" y="3291840"/>
            <a:ext cx="20413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token really dead, or just due for a routine refresh? Only real failures reach a human.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58718" y="1920240"/>
            <a:ext cx="2498598" cy="2468880"/>
          </a:xfrm>
          <a:prstGeom prst="roundRect">
            <a:avLst>
              <a:gd name="adj" fmla="val 2963"/>
            </a:avLst>
          </a:prstGeom>
          <a:solidFill>
            <a:srgbClr val="FCF9F2"/>
          </a:solidFill>
          <a:ln w="12700">
            <a:solidFill>
              <a:srgbClr val="DFD7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714750" y="2194560"/>
            <a:ext cx="548640" cy="548640"/>
          </a:xfrm>
          <a:prstGeom prst="ellipse">
            <a:avLst/>
          </a:prstGeom>
          <a:solidFill>
            <a:srgbClr val="E5E9F8"/>
          </a:solidFill>
          <a:ln w="12700">
            <a:solidFill>
              <a:srgbClr val="1F47C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1475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714750" y="2880360"/>
            <a:ext cx="20413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714750" y="3291840"/>
            <a:ext cx="20413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the exact step the agent was on, so nothing is lost while it waits.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31636" y="1920240"/>
            <a:ext cx="2498598" cy="2468880"/>
          </a:xfrm>
          <a:prstGeom prst="roundRect">
            <a:avLst>
              <a:gd name="adj" fmla="val 2963"/>
            </a:avLst>
          </a:prstGeom>
          <a:solidFill>
            <a:srgbClr val="FCF9F2"/>
          </a:solidFill>
          <a:ln w="12700">
            <a:solidFill>
              <a:srgbClr val="DFD7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87668" y="2194560"/>
            <a:ext cx="548640" cy="548640"/>
          </a:xfrm>
          <a:prstGeom prst="ellipse">
            <a:avLst/>
          </a:prstGeom>
          <a:solidFill>
            <a:srgbClr val="E5E9F8"/>
          </a:solidFill>
          <a:ln w="12700">
            <a:solidFill>
              <a:srgbClr val="1F47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87668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87668" y="2880360"/>
            <a:ext cx="20413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Re-consent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487668" y="3291840"/>
            <a:ext cx="20413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 re-approval link to Slack, email, or a webhook. The run pauses until someone approves.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04554" y="1920240"/>
            <a:ext cx="2498598" cy="2468880"/>
          </a:xfrm>
          <a:prstGeom prst="roundRect">
            <a:avLst>
              <a:gd name="adj" fmla="val 2963"/>
            </a:avLst>
          </a:prstGeom>
          <a:solidFill>
            <a:srgbClr val="FCF9F2"/>
          </a:solidFill>
          <a:ln w="12700">
            <a:solidFill>
              <a:srgbClr val="DFD7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60586" y="2194560"/>
            <a:ext cx="548640" cy="548640"/>
          </a:xfrm>
          <a:prstGeom prst="ellipse">
            <a:avLst/>
          </a:prstGeom>
          <a:solidFill>
            <a:srgbClr val="E5E9F8"/>
          </a:solidFill>
          <a:ln w="12700">
            <a:solidFill>
              <a:srgbClr val="1F47C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60586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260586" y="2880360"/>
            <a:ext cx="20413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Splice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9260586" y="3291840"/>
            <a:ext cx="20413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 new token into the running agent and continue from the same step. No restart.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85800" y="4709160"/>
            <a:ext cx="10817352" cy="1417320"/>
          </a:xfrm>
          <a:prstGeom prst="roundRect">
            <a:avLst>
              <a:gd name="adj" fmla="val 5161"/>
            </a:avLst>
          </a:prstGeom>
          <a:solidFill>
            <a:srgbClr val="211C16"/>
          </a:solidFill>
          <a:ln w="12700">
            <a:solidFill>
              <a:srgbClr val="DFD7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51560" y="49834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revive import wrap
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6F1E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= wrap(graph, project="rvk_live_…", on_reconsent="slack:#ops")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51560" y="57150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8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Drop-in. Framework-neutral. Zero-dependency core.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1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6F1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runs on a real agent.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LangGraph agent with a dead Microsoft token, recovered on the same run. Real sign-in flow, real checkpoint, no restart.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3108960"/>
            <a:ext cx="24985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6F1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/ 8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85800" y="4069080"/>
            <a:ext cx="24985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38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steps recovered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458718" y="3108960"/>
            <a:ext cx="24985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6F1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458718" y="4069080"/>
            <a:ext cx="24985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38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restarts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231636" y="3108960"/>
            <a:ext cx="24985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6F1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0.5s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231636" y="4069080"/>
            <a:ext cx="24985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38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recovery time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004554" y="3108960"/>
            <a:ext cx="24985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004554" y="4069080"/>
            <a:ext cx="24985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938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others that do this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52120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pip install revive-sidecar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938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-m examples.langgraph_agent   →   COMPLETED 8/8 on the same thread · 0 restarts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just changed.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011680"/>
            <a:ext cx="411480" cy="411480"/>
          </a:xfrm>
          <a:prstGeom prst="ellipse">
            <a:avLst/>
          </a:prstGeom>
          <a:solidFill>
            <a:srgbClr val="E5E9F8"/>
          </a:solidFill>
          <a:ln w="12700">
            <a:solidFill>
              <a:srgbClr val="1F47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9659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got long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242316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now last days and outlive the 90-day and 6-month token limits. This wasn't a common problem until 2026.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55080" y="2011680"/>
            <a:ext cx="411480" cy="411480"/>
          </a:xfrm>
          <a:prstGeom prst="ellipse">
            <a:avLst/>
          </a:prstGeom>
          <a:solidFill>
            <a:srgbClr val="E5E9F8"/>
          </a:solidFill>
          <a:ln w="12700">
            <a:solidFill>
              <a:srgbClr val="1F47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2011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949440" y="19659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Re-approval got a standard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949440" y="242316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MCP spec added a standard way to ask a human to re-approve out of band. That's the piece Revive needed.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3840480"/>
            <a:ext cx="411480" cy="411480"/>
          </a:xfrm>
          <a:prstGeom prst="ellipse">
            <a:avLst/>
          </a:prstGeom>
          <a:solidFill>
            <a:srgbClr val="E5E9F8"/>
          </a:solidFill>
          <a:ln w="12700">
            <a:solidFill>
              <a:srgbClr val="1F47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37947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Pause and resume went mainstream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80160" y="425196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Temporal, Trigger.dev, and Restate made resuming a run normal. Now there's something to build 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55080" y="3840480"/>
            <a:ext cx="411480" cy="411480"/>
          </a:xfrm>
          <a:prstGeom prst="ellipse">
            <a:avLst/>
          </a:prstGeom>
          <a:solidFill>
            <a:srgbClr val="E5E9F8"/>
          </a:solidFill>
          <a:ln w="12700">
            <a:solidFill>
              <a:srgbClr val="1F47C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49440" y="379476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failures are public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949440" y="425196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bugs across Codex, Claude Code, and Copilot show people hit this every week.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COMPETITION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tool does.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965960"/>
          <a:ext cx="10817352" cy="914400"/>
        </p:xfrm>
        <a:graphic>
          <a:graphicData uri="http://schemas.openxmlformats.org/drawingml/2006/table">
            <a:tbl>
              <a:tblPr/>
              <a:tblGrid>
                <a:gridCol w="3136392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38A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Capability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1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47C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1C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Arcade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1C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Scalekit / Nango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1C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/ Trigger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1C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ADK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11C1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AgentCore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C53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 a dead refresh token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A6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3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3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3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C53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Durable step-accurate checkpoint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3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3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A6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C53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human re-consent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A6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3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A6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A6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C53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Resume the SAME run (no restart)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3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3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A6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C53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Neutral &amp; cross-framework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A6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A6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3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3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5C534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Per-provider recovery corpus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F6B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3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A6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3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3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938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D7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9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8580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F6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</a:t>
            </a:r>
            <a:pPr indent="0" marL="0">
              <a:buNone/>
            </a:pPr>
            <a:r>
              <a:rPr lang="en-US" sz="1100" dirty="0">
                <a:solidFill>
                  <a:srgbClr val="5C53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full     </a:t>
            </a:r>
            <a:pPr indent="0" marL="0">
              <a:buNone/>
            </a:pPr>
            <a:r>
              <a:rPr lang="en-US" sz="1100" dirty="0">
                <a:solidFill>
                  <a:srgbClr val="9A6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◐</a:t>
            </a:r>
            <a:pPr indent="0" marL="0">
              <a:buNone/>
            </a:pPr>
            <a:r>
              <a:rPr lang="en-US" sz="1100" dirty="0">
                <a:solidFill>
                  <a:srgbClr val="5C53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partial     </a:t>
            </a:r>
            <a:pPr indent="0" marL="0">
              <a:buNone/>
            </a:pPr>
            <a:r>
              <a:rPr lang="en-US" sz="1100" dirty="0">
                <a:solidFill>
                  <a:srgbClr val="938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○</a:t>
            </a:r>
            <a:pPr indent="0" marL="0">
              <a:buNone/>
            </a:pPr>
            <a:r>
              <a:rPr lang="en-US" sz="1100" dirty="0">
                <a:solidFill>
                  <a:srgbClr val="5C53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none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7315200" y="59436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38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Sourced from vendor docs &amp; changelogs, June 2026.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LASTS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gets harder to copy over time.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011680"/>
            <a:ext cx="3931920" cy="3657600"/>
          </a:xfrm>
          <a:prstGeom prst="roundRect">
            <a:avLst>
              <a:gd name="adj" fmla="val 2000"/>
            </a:avLst>
          </a:prstGeom>
          <a:solidFill>
            <a:srgbClr val="FCF9F2"/>
          </a:solidFill>
          <a:ln w="12700">
            <a:solidFill>
              <a:srgbClr val="DFD7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246888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F47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3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051560" y="374904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analysts could find another product that does the full recovery.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663440" y="20116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7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 </a:t>
            </a:r>
            <a:pPr indent="0" marL="0">
              <a:buNone/>
            </a:pPr>
            <a:r>
              <a:rPr lang="en-US" sz="19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Recovery data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983480" y="24231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provider fails, and what fixes it, gets more accurate with every run we see. Nobody else is collecting this.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663440" y="327355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7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 </a:t>
            </a:r>
            <a:pPr indent="0" marL="0">
              <a:buNone/>
            </a:pPr>
            <a:r>
              <a:rPr lang="en-US" sz="19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 across the board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983480" y="3685032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tied to one OAuth provider or one agent framework. That spot is hard for either side to take without giving up their own model.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663440" y="453542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47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 </a:t>
            </a:r>
            <a:pPr indent="0" marL="0">
              <a:buNone/>
            </a:pPr>
            <a:r>
              <a:rPr lang="en-US" sz="19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Becomes the default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983480" y="4946904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layer other tools call when a token dies. Each integration makes it harder to replace.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the pain is.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938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MOTION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22860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</a:t>
            </a:r>
            <a:pPr indent="0" marL="0">
              <a:buNone/>
            </a:pPr>
            <a:r>
              <a:rPr lang="en-US" sz="16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in the bug threads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26700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hitting this are already posting about it. We show up with the fix.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34290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</a:t>
            </a:r>
            <a:pPr indent="0" marL="0">
              <a:buNone/>
            </a:pPr>
            <a:r>
              <a:rPr lang="en-US" sz="16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Open-source the core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51560" y="38130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spreads, and developers trust it. We charge for the hosted routing, dashboards, and SSO.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5800" y="45720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 </a:t>
            </a:r>
            <a:pPr indent="0" marL="0">
              <a:buNone/>
            </a:pPr>
            <a:r>
              <a:rPr lang="en-US" sz="16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with Graph, then grow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49560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Graph first, then Workspace, Slack, and any OIDC provider.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0" y="1920240"/>
            <a:ext cx="5120640" cy="4023360"/>
          </a:xfrm>
          <a:prstGeom prst="roundRect">
            <a:avLst>
              <a:gd name="adj" fmla="val 1818"/>
            </a:avLst>
          </a:prstGeom>
          <a:solidFill>
            <a:srgbClr val="FCF9F2"/>
          </a:solidFill>
          <a:ln w="12700">
            <a:solidFill>
              <a:srgbClr val="DFD7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720840" y="21945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SPACE IS GETTING FUNDED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720840" y="2788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Arcade.dev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53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$60M Series 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20840" y="3246120"/>
            <a:ext cx="4572000" cy="0"/>
          </a:xfrm>
          <a:prstGeom prst="line">
            <a:avLst/>
          </a:prstGeom>
          <a:noFill/>
          <a:ln w="12700">
            <a:solidFill>
              <a:srgbClr val="DFD7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20840" y="335584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144000" y="33558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53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$25M Series 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720840" y="3813048"/>
            <a:ext cx="4572000" cy="0"/>
          </a:xfrm>
          <a:prstGeom prst="line">
            <a:avLst/>
          </a:prstGeom>
          <a:noFill/>
          <a:ln w="12700">
            <a:solidFill>
              <a:srgbClr val="DFD7C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3922776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Nango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144000" y="392277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53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$7.5M (YC)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720840" y="4379976"/>
            <a:ext cx="4572000" cy="0"/>
          </a:xfrm>
          <a:prstGeom prst="line">
            <a:avLst/>
          </a:prstGeom>
          <a:noFill/>
          <a:ln w="12700">
            <a:solidFill>
              <a:srgbClr val="DFD7C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4489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Scalekit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44000" y="448970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53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$5.5M seed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720840" y="4946904"/>
            <a:ext cx="4572000" cy="0"/>
          </a:xfrm>
          <a:prstGeom prst="line">
            <a:avLst/>
          </a:prstGeom>
          <a:noFill/>
          <a:ln w="12700">
            <a:solidFill>
              <a:srgbClr val="DFD7C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0840" y="50566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Stytch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144000" y="505663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C53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acq. by Twilio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720840" y="54406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money went to the tools around the problem, not to the recovery itself.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IT GOES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Re-consent is the first use, not the only one.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part isn't OAuth. It's pausing a run, asking a human something, and picking up where it left off. A dead token is one reason to do that. The same engine covers the rest: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2498598" cy="2194560"/>
          </a:xfrm>
          <a:prstGeom prst="roundRect">
            <a:avLst>
              <a:gd name="adj" fmla="val 3333"/>
            </a:avLst>
          </a:prstGeom>
          <a:solidFill>
            <a:srgbClr val="FCF9F2"/>
          </a:solidFill>
          <a:ln w="12700">
            <a:solidFill>
              <a:srgbClr val="DFD7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3291840"/>
            <a:ext cx="15841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8518" y="32918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F6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SHIPPING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960120" y="3657600"/>
            <a:ext cx="19499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Re-consent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60120" y="4160520"/>
            <a:ext cx="19499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dead token needs re-approval.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58718" y="3017520"/>
            <a:ext cx="2498598" cy="2194560"/>
          </a:xfrm>
          <a:prstGeom prst="roundRect">
            <a:avLst>
              <a:gd name="adj" fmla="val 3333"/>
            </a:avLst>
          </a:prstGeom>
          <a:solidFill>
            <a:srgbClr val="EFE7D7"/>
          </a:solidFill>
          <a:ln w="12700">
            <a:solidFill>
              <a:srgbClr val="DFD7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733038" y="3291840"/>
            <a:ext cx="15841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31436" y="329184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F6B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SHIPPING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733038" y="3657600"/>
            <a:ext cx="19499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Approvals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733038" y="4160520"/>
            <a:ext cx="19499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“Approve this $40k wire before sending.”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31636" y="3017520"/>
            <a:ext cx="2498598" cy="2194560"/>
          </a:xfrm>
          <a:prstGeom prst="roundRect">
            <a:avLst>
              <a:gd name="adj" fmla="val 3333"/>
            </a:avLst>
          </a:prstGeom>
          <a:solidFill>
            <a:srgbClr val="EFE7D7"/>
          </a:solidFill>
          <a:ln w="12700">
            <a:solidFill>
              <a:srgbClr val="DFD7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5956" y="3291840"/>
            <a:ext cx="15841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stepup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05956" y="3657600"/>
            <a:ext cx="19499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Step-up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505956" y="4160520"/>
            <a:ext cx="19499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“Re-authenticate with MFA to continue.”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04554" y="3017520"/>
            <a:ext cx="2498598" cy="2194560"/>
          </a:xfrm>
          <a:prstGeom prst="roundRect">
            <a:avLst>
              <a:gd name="adj" fmla="val 3333"/>
            </a:avLst>
          </a:prstGeom>
          <a:solidFill>
            <a:srgbClr val="EFE7D7"/>
          </a:solidFill>
          <a:ln w="12700">
            <a:solidFill>
              <a:srgbClr val="DFD7C6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278874" y="3291840"/>
            <a:ext cx="15841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1F47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78874" y="3657600"/>
            <a:ext cx="19499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1C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input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9278874" y="4160520"/>
            <a:ext cx="194995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need the PO number to proceed.”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85800" y="55321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3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engine: pause, ask a human, resume. Re-consent is just the first kind.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1C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10515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6F1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we're raising.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2194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800" dirty="0">
                <a:solidFill>
                  <a:srgbClr val="F6F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infrastructure hires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" y="2761488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800" dirty="0">
                <a:solidFill>
                  <a:srgbClr val="F6F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Graph + Workspace GA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3328416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800" dirty="0">
                <a:solidFill>
                  <a:srgbClr val="F6F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Temporal adapter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5800" y="3895344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800" dirty="0">
                <a:solidFill>
                  <a:srgbClr val="F6F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design partners into paid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85800" y="446227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800" dirty="0">
                <a:solidFill>
                  <a:srgbClr val="F6F1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the core sidecar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5760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6F1E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Revive</a:t>
            </a:r>
            <a:pPr algn="l" indent="0" marL="0">
              <a:buNone/>
            </a:pPr>
            <a:r>
              <a:rPr lang="en-US" sz="3000" b="1" dirty="0">
                <a:solidFill>
                  <a:srgbClr val="1F47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94360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38A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founders@revive.dev   ·   github.com/revive-labs/revive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Revive Seed Deck</dc:title>
  <dc:subject>PptxGenJS Presentation</dc:subject>
  <dc:creator>Revive Labs</dc:creator>
  <cp:lastModifiedBy>Revive Labs</cp:lastModifiedBy>
  <cp:revision>1</cp:revision>
  <dcterms:created xsi:type="dcterms:W3CDTF">2026-06-29T17:04:55Z</dcterms:created>
  <dcterms:modified xsi:type="dcterms:W3CDTF">2026-06-29T17:04:55Z</dcterms:modified>
</cp:coreProperties>
</file>